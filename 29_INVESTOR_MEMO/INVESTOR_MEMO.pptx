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Memo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PYDUB | Category: AUDIO_CONSUMER</a:t>
            </a:r>
          </a:p>
          <a:p>
            <a: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Regulated operators need Simple audio manipulation in Python without data egress. Cloud-hosted alternatives leak data by architecture; Anticloud FZ LLE delivers PYDUB as an offline-first package with PAX L5 Narrow L2 General 27B inference on-device.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PYDUB (https://github.com/jiaaro/pydub, MIT) integrated with: local PAX L5 Narrow L2 General 27B inference (4-bit, single T4, offline), AIOSS ledger on every mutation (SHA3-256, device-local Ed25519 keys), AES-256-GCM at rest, single-binary installer. See 10_TECHNICAL_HANDOFF and 28_TECHNICAL_WHITEPAPER for architecture.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Market &amp;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 AUDIO_CONSUMER; regulated verticals first (healthcare, defense, finance, government). Direct pilots + white-label partners. Pricing: per-project enterprise license (see 07_ENTERPRISE_LICENSE_AND_PRICING).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Benchmarks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v52: 4.1-4.2 tok/s single T4, 20/20 coherent, chain head 2828cffabd1d063a. Suite: MITRE ATT&amp;CK 100/100, NIST AI RMF 88%, TRL 7/9, ISO 27001 83%, EU AI Act 77.4%. Evidence in OFFICIAL_BENCHMARKS with AIOSS chain continuity. Lab results in ISOLATED_LAB_RESULTS where applicable.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(Founder, CEO &amp; CTO) — sole builder of the 862-project corpus, PAX pipeline, AIOSS ledger, and KANTOR K5 hash. Hiring plan in INVESTOR_PACKAGE.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6. Risks &amp; Mitigations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Upstream drift: mitigated by vendored offline mirror + SHA3-256 pinning (27_DEPENDENCIES).</a:t>
            </a:r>
          </a:p>
          <a:p>
            <a:r>
              <a:t>- Single-founder execution: mitigated by deterministic harness (every deliverable regenerable from scripts).</a:t>
            </a:r>
          </a:p>
          <a:p>
            <a:r>
              <a:t>- Regulatory change: compliance mappings versioned per release.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7.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Private enquiries only, accredited/institutional.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
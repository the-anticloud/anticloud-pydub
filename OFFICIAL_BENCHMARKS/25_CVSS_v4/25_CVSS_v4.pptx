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2026-10-02T09:28:55.308354Z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90de9ead8ae52e7942f90c7f2a53452ee1036a299004e85773e1c4c471d5d7f2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2026-10-02T09:28:55.308354Z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
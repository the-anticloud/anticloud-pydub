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2026-10-02T09:28:53.473355Z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6cca3e651c13764e9d4902198a68a0f85e98268cb81b81c3ff0d98002e69a8e8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2026-10-02T09:28:53.473355Z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